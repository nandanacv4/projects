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56" r:id="rId3"/>
    <p:sldId id="257" r:id="rId4"/>
    <p:sldId id="262" r:id="rId5"/>
    <p:sldId id="261" r:id="rId6"/>
    <p:sldId id="265" r:id="rId7"/>
    <p:sldId id="266" r:id="rId8"/>
    <p:sldId id="267" r:id="rId9"/>
    <p:sldId id="270" r:id="rId10"/>
    <p:sldId id="268" r:id="rId11"/>
    <p:sldId id="269" r:id="rId12"/>
    <p:sldId id="273" r:id="rId13"/>
    <p:sldId id="272" r:id="rId14"/>
    <p:sldId id="263" r:id="rId15"/>
    <p:sldId id="264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F3AD"/>
    <a:srgbClr val="38D0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5E944-0E18-4B67-87AC-EB2F3287BF3B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A755C-6B11-45D5-99F8-B9F68F29D0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92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A755C-6B11-45D5-99F8-B9F68F29D00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636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A755C-6B11-45D5-99F8-B9F68F29D00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6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A755C-6B11-45D5-99F8-B9F68F29D00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50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36C5B-6288-2554-066A-20329D5B9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27DD73-9F87-8E0F-8A07-181C85071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76764-910E-8C2C-6861-7CFC2E50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3A-F3A3-4C6E-A82C-F2CD9546BFB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05DEF-F52C-5B67-1E95-C50CD8008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4FABB-0D10-05BF-2D1F-8E00900F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4BC31-CF14-4013-9916-2CEA5F77B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9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908CD-4B9A-5540-B217-9E4AC213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B82D-DA05-6FB2-CEB9-38F579469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B2EFF-AA20-40A4-6018-836E10D2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3A-F3A3-4C6E-A82C-F2CD9546BFB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5E68D-7780-E9E8-D1A2-E3D15027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B2062-51D2-9EDA-5FF3-32701235A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4BC31-CF14-4013-9916-2CEA5F77B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991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57307-9234-AA62-3163-6974505BD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47019-B7ED-CB77-09E2-F87498C04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171DF-16EF-A209-A04C-B0FF09289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3A-F3A3-4C6E-A82C-F2CD9546BFB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9FD0-8BFC-F17C-CDA7-C06DA5382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3FFEA-7033-4994-53F4-F6F3E0FD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4BC31-CF14-4013-9916-2CEA5F77B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38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46B53-576C-6425-DFE9-C028BE04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B0018-5A46-3B96-5647-C6972B956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7FC32-B598-530E-F256-373CBD4A1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36FE2-9F68-DA9B-2D48-BD1E9044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3A-F3A3-4C6E-A82C-F2CD9546BFB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3E282-C7E7-9138-A715-C16EFAF27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F340-035C-F904-7851-165BA0FF7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4BC31-CF14-4013-9916-2CEA5F77B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25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0EA08-C192-3467-FC5F-32000CC8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1C37A-3731-1B04-3FBA-32A6978F0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EAF5F-49DA-19E2-5996-86724D07A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6B3E8A-C22F-6E19-7DF5-40CFA07C0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48292B-8C49-5060-7F6D-F2B8BAEB9A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5B0F01-77F9-C1B7-A020-358EFE271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3A-F3A3-4C6E-A82C-F2CD9546BFB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14E7D-88C1-0169-42C3-D9944E8B4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F1B45-6F0B-754E-D11F-50EFC4E4B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4BC31-CF14-4013-9916-2CEA5F77B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215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36375-43AB-15E2-194A-A47377464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F158E-B1C0-5AC7-0C20-1D532E189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3A-F3A3-4C6E-A82C-F2CD9546BFB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67E6F-C4AA-A086-7A40-F78494C0C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FB271-A961-1AFA-8840-139CAA5E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4BC31-CF14-4013-9916-2CEA5F77B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064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C33E8-9099-61D9-38F7-F48141D43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3A-F3A3-4C6E-A82C-F2CD9546BFB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13C447-5DC9-0E86-426C-5C1ED27A9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192B5-991B-F978-3B93-961D9803E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4BC31-CF14-4013-9916-2CEA5F77B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22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185DB-79A6-6FC4-2F4C-33250AB4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6A93C-39B9-9613-9D35-91805140C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991FD-DCA8-BDEC-F843-211C94729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B52FF-3045-EE32-FD6A-8203DC14C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3A-F3A3-4C6E-A82C-F2CD9546BFB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AB6D2-09B3-9AEE-E403-FCFAE0C7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DD0EE-56F8-3564-DB51-80AF2DB5B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4BC31-CF14-4013-9916-2CEA5F77B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401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AC370-B72F-0FBE-C991-A19CBB799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DA4FE-6122-53C1-0397-6F25825D2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628A4-60A0-08A2-286B-7D2E4525E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FF8D3-452F-D74A-D85A-C4CCFC49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3A-F3A3-4C6E-A82C-F2CD9546BFB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F2EE0-173F-C20D-29D9-A6D9C71F0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F2387-0496-239C-0765-DAF2578F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4BC31-CF14-4013-9916-2CEA5F77B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42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D0ED1-5E5F-260F-40DF-59D97699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D9138-0DD3-398E-678D-00FD5CF09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D51DE-5B94-5837-B0E9-327F59ADC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3A-F3A3-4C6E-A82C-F2CD9546BFB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25A40-2728-E6B8-9A38-EAAF4E919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63A04-D8BC-DC05-E76E-EC2CE8B3C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4BC31-CF14-4013-9916-2CEA5F77B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48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BBC38F-FC77-DD79-5777-7FDDE1071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634BEE-107A-D22E-844E-1A5442344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192B0-5B5C-3000-19FA-E38F908D3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3A-F3A3-4C6E-A82C-F2CD9546BFB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88107-40B9-A1E0-3797-CA414B1D2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EE7E7-F6A2-AEBB-F3CB-3319B4FB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4BC31-CF14-4013-9916-2CEA5F77B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521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488B1E-F246-6F09-6E72-19FDADF52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377D6-7901-A2E5-0C35-34C0CFD31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5EE22-4DFE-7B01-436D-AF5E332C51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CF33A-F3A3-4C6E-A82C-F2CD9546BFBF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AAB6B-BF28-2994-D907-B91001E147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4DEAF-FBE9-E34D-EB10-1413AD9E7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4BC31-CF14-4013-9916-2CEA5F77BC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478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F3F26-5E2B-342D-FC9C-D66EA2A2C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8" y="1981200"/>
            <a:ext cx="9129252" cy="2590800"/>
          </a:xfrm>
        </p:spPr>
        <p:txBody>
          <a:bodyPr>
            <a:noAutofit/>
          </a:bodyPr>
          <a:lstStyle/>
          <a:p>
            <a:pPr algn="ctr"/>
            <a:r>
              <a:rPr lang="en-IN" sz="6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SPOTIFY ANALYSIS-              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DDBA0-4A51-90A9-646C-53BF4D4A1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4465" y="5087042"/>
            <a:ext cx="4247535" cy="167378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4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     </a:t>
            </a:r>
            <a:r>
              <a:rPr lang="en-US" sz="5200" dirty="0">
                <a:solidFill>
                  <a:schemeClr val="accent6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Submitted By</a:t>
            </a:r>
          </a:p>
          <a:p>
            <a:pPr marL="0" indent="0">
              <a:buNone/>
            </a:pPr>
            <a:r>
              <a:rPr lang="en-US" sz="6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NANDANA CV</a:t>
            </a:r>
          </a:p>
          <a:p>
            <a:pPr marL="0" indent="0">
              <a:buNone/>
            </a:pPr>
            <a:r>
              <a:rPr lang="en-US" sz="57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Bookman Old Style" panose="02050604050505020204" pitchFamily="18" charset="0"/>
              </a:rPr>
              <a:t>Data Analytics</a:t>
            </a:r>
          </a:p>
          <a:p>
            <a:pPr marL="0" indent="0">
              <a:buNone/>
            </a:pPr>
            <a:endParaRPr lang="en-IN" sz="60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086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C54A5-C894-51BC-FCF1-EF1AE94ABC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4" y="226144"/>
            <a:ext cx="10776155" cy="110121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INTRODUCTION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DA57A-817B-39B1-537F-B94EA5ADE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7625" y="1793887"/>
            <a:ext cx="6980903" cy="4373648"/>
          </a:xfrm>
          <a:ln>
            <a:noFill/>
          </a:ln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This Power BI project analyzes a music streaming dataset to understand user behavior.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It includes data on demographics, subscription types, and listening habits.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The dashboard presents insights using interactive and clear visualizations.</a:t>
            </a:r>
          </a:p>
          <a:p>
            <a:pPr marL="457200" indent="-457200" algn="l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These insights help identify trends and improve user experience and performance.</a:t>
            </a:r>
          </a:p>
          <a:p>
            <a:pPr algn="l"/>
            <a:endParaRPr lang="en-I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538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211D4-ECAA-CF2E-5445-617F70160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7641"/>
            <a:ext cx="11309555" cy="108021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OBJECTIVES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3E1FD89-AFAB-F879-631A-42A5A3ACD7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9699" y="1398389"/>
            <a:ext cx="6905625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Understand user distribution by gender, age, and country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Analyze average listening time of users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Study songs per day vs skip rate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Compare free and premium users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Identify how device type influences listening behavior </a:t>
            </a:r>
          </a:p>
        </p:txBody>
      </p:sp>
    </p:spTree>
    <p:extLst>
      <p:ext uri="{BB962C8B-B14F-4D97-AF65-F5344CB8AC3E}">
        <p14:creationId xmlns:p14="http://schemas.microsoft.com/office/powerpoint/2010/main" val="2117944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42CE44-5379-6AB9-B19F-8AAA7350E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" y="838201"/>
            <a:ext cx="11991975" cy="58674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D7A9886-580E-6AE5-1D4F-8901F434C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11" y="0"/>
            <a:ext cx="11991975" cy="8382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DATASET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66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808DAB-6302-EE44-D989-F68FA86D9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87"/>
            <a:ext cx="12192000" cy="68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516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42AEF4F-25DC-B55D-55D7-8B49E1367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BAR CHART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5F5F3-CF8A-F716-2BE6-05BB60D74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87" y="1825625"/>
            <a:ext cx="637019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Compare values between categories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Premium has the highest number of users (~8.5M)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Free plan follows closely (~8.1M)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5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Student and Family have slightly fewer users </a:t>
            </a: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65CF48-E707-F176-0174-1EBD206F1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415" y="1933192"/>
            <a:ext cx="4915025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5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2B58-2038-E652-6758-748E858B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LINE CHART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756D52-44FD-4B21-60A4-FD16F18FB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3" y="1939640"/>
            <a:ext cx="7101912" cy="3784886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2D97AD45-C071-029D-DA3E-C2CED312DE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67575" y="2439512"/>
            <a:ext cx="4834962" cy="3022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Shows trends over time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Listening varies by 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High: early 20s, mid-30s, early 50s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Low: late 20s, around 40 </a:t>
            </a:r>
          </a:p>
        </p:txBody>
      </p:sp>
    </p:spTree>
    <p:extLst>
      <p:ext uri="{BB962C8B-B14F-4D97-AF65-F5344CB8AC3E}">
        <p14:creationId xmlns:p14="http://schemas.microsoft.com/office/powerpoint/2010/main" val="1587017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CD61A-4756-1D39-C01A-F9553A735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WATERFALL CHART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918E68-7680-B968-D345-96F84E683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357" y="1934497"/>
            <a:ext cx="5358044" cy="426229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Show step by step change to final value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Listening time:-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All countries positive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High: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US, DE, AU (~0.16M)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Low: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Others (~0.15M)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Total: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~1.23M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64EC2-C194-381A-F63C-D390667F9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2" y="1857376"/>
            <a:ext cx="5997677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65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8CA93-52C8-D095-E3CD-070DDB799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DONUT CHART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2E4FD-A608-C6C4-8362-2CF55E405B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12" y="1916830"/>
            <a:ext cx="5892288" cy="3886742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8B5F09C7-6C98-1A99-F0B9-53A53DAD46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53275" y="2095738"/>
            <a:ext cx="4920738" cy="3541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Churn nearly equal across genders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High: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Female (~33.75%)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Mid: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Other (~33.51%)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Low: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Male (~32.74%)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Diff: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Minimal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020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332C-36BF-C84A-C51F-0FDC6B98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FUNNEL CHART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24D9497-D4ED-8CCB-719E-2B6D3D102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272" y="2040213"/>
            <a:ext cx="6191250" cy="408034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Shows stage wise decrease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Offline listening ↓ skips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Low engagement → high skips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Most users = mid level engagement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Offline listening reduces skipping</a:t>
            </a: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D62C4C-2181-76BD-A5D8-3049F019F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8" y="1936955"/>
            <a:ext cx="5375172" cy="428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500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22AF-13E5-A833-D545-498D07F0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PIE CHART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3A41FF-9833-EF6F-BC65-E58CBF574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1705" y="1992876"/>
            <a:ext cx="5861806" cy="36935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Engagement similar across subscription types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Premium slightly higher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Family, Student, Free ≈ similar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Overall engagement consistent across users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014BBD-04F5-881E-95B0-B7636F8D2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26" y="1863231"/>
            <a:ext cx="5706271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0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8C5CD-893B-2896-2022-9D305025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40542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KPI CARDS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66930CE-EFEE-2185-BA4D-2E6CAC2C9FB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403678" y="1836211"/>
            <a:ext cx="3692322" cy="3631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sng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AVG SKIP RATE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Moderate disengagement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~30% songs skipped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Needs better recommendations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19ABA3C-DE65-45BA-D26D-113CF95AF8F3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8499678" y="1745092"/>
            <a:ext cx="3692322" cy="3998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sng" strike="noStrike" cap="none" normalizeH="0" baseline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</a:rPr>
              <a:t>CHURNED USERS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Retention issue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2071 users churned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Needs better engagement &amp; loyalty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570191-64BF-B1FF-1EB6-457701CD7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93" y="1980206"/>
            <a:ext cx="2172929" cy="31291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37AE1F-8670-670B-9A28-C7D453826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045" y="2087439"/>
            <a:ext cx="2251587" cy="312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80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79501-C1C4-1100-DA76-C07A48EB4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SLICER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77E41E3-EA48-D5EE-086C-C89635C036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42735" y="2630149"/>
            <a:ext cx="7411065" cy="274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Filters data interactively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Covers key markets (AU, US, UK, IN)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Allows flexible regional filtering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Helps analyze geographic trends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7C2054-B4D8-5284-9821-41A17CF07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22424"/>
            <a:ext cx="2439008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311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BE03-7BCC-2D56-2E94-D7CD9AA1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3071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FINDINGS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EE51C-738D-6CE6-D42F-72A191DEC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2289" y="1729654"/>
            <a:ext cx="6850224" cy="410197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 total of 2071 users have churned, indicating a user drop.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The average skip rate is 30%, showing reduced engagement.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Premium users have higher listening activity than others.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Users aged 30–40 are the most active listeners</a:t>
            </a:r>
            <a:r>
              <a:rPr lang="en-US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86398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187D-F642-9CF8-1652-9D5FBA5B4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27819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CONCLUSION</a:t>
            </a:r>
            <a:endParaRPr lang="en-IN" sz="48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FF293D-600F-7CE1-9DD5-98B2E02E90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38531" y="1659285"/>
            <a:ext cx="703897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Balanced engagement across all user segments.</a:t>
            </a:r>
            <a:r>
              <a:rPr lang="en-US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Skip rate strongly influences user satisfaction and experience.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Premium users show higher retention, staying longer than free users.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Users aged 30–40 contribute the most to overall platform usage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24595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0E5D2B-B13C-8028-195F-6C7BFBBED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4825" y="1247776"/>
            <a:ext cx="7477125" cy="2819400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Bookman Old Style" panose="02050604050505020204" pitchFamily="18" charset="0"/>
              </a:rPr>
              <a:t>THANK YOU</a:t>
            </a:r>
            <a:endParaRPr lang="en-IN" sz="6600" b="1" dirty="0">
              <a:solidFill>
                <a:schemeClr val="accent3">
                  <a:lumMod val="60000"/>
                  <a:lumOff val="4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436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402</Words>
  <Application>Microsoft Office PowerPoint</Application>
  <PresentationFormat>Widescreen</PresentationFormat>
  <Paragraphs>80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Bookman Old Style</vt:lpstr>
      <vt:lpstr>Wingdings</vt:lpstr>
      <vt:lpstr>Office Theme</vt:lpstr>
      <vt:lpstr>SPOTIFY ANALYSIS-              2025</vt:lpstr>
      <vt:lpstr>INTRODUCTION</vt:lpstr>
      <vt:lpstr>OBJECTIVES</vt:lpstr>
      <vt:lpstr>DATASET</vt:lpstr>
      <vt:lpstr>PowerPoint Presentation</vt:lpstr>
      <vt:lpstr>BAR CHART</vt:lpstr>
      <vt:lpstr>LINE CHART</vt:lpstr>
      <vt:lpstr>WATERFALL CHART</vt:lpstr>
      <vt:lpstr>DONUT CHART</vt:lpstr>
      <vt:lpstr>FUNNEL CHART</vt:lpstr>
      <vt:lpstr>PIE CHART</vt:lpstr>
      <vt:lpstr>KPI CARDS</vt:lpstr>
      <vt:lpstr>SLICER</vt:lpstr>
      <vt:lpstr>FINDINGS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nandanacvnandu@gmail.com</dc:creator>
  <cp:lastModifiedBy>nandanacvnandu@gmail.com</cp:lastModifiedBy>
  <cp:revision>27</cp:revision>
  <dcterms:created xsi:type="dcterms:W3CDTF">2026-03-14T15:51:53Z</dcterms:created>
  <dcterms:modified xsi:type="dcterms:W3CDTF">2026-03-31T05:15:02Z</dcterms:modified>
</cp:coreProperties>
</file>